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C17F00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OwnIt.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F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Democratizing Real Asset Ownership in Uganda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3F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Co-own properties, commodities, minerals, and trade routes from as low as UGX 50,000 with direct Mobile Money returns.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 ·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Investment Barrier for Everyday Ugandans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Barriers, Low Incomes, Few Options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Entry Costs: Traditional real estate, agricultural exports, and infrastructure projects require hundreds of millions of UGX.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Inflation &amp; Currency Risk: Local savings are eaten away by inflation. Everyday Ugandans lack access to high-yielding, inflation-hedging real assets.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Lack of Liquidity &amp; Transparency: Fragmented markets, complex legal procedures, and lack of trust in operators lock out retail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0" y="1371600"/>
            <a:ext cx="2926080" cy="2926080"/>
          </a:xfrm>
          <a:prstGeom prst="roundRect">
            <a:avLst>
              <a:gd name="adj" fmla="val 3125"/>
            </a:avLst>
          </a:prstGeom>
          <a:solidFill>
            <a:srgbClr val="FFEBEB"/>
          </a:solidFill>
          <a:ln w="19050">
            <a:solidFill>
              <a:srgbClr val="FFC1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0" y="1645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852160" y="23774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A1F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Ugandans are locked out of institutional-grade investments due to capital constraints.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OwnIt Uganda: Fractional Crowd Funding Platform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Fractional, Direct, and Secure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Fractional Ownership: Co-own high-value real assets (apartments, exports, toll booths) with low-ticket sizes starting at UGX 50,000.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 Income Stream: Profit shares from rental income, agricultural sales, or trade yields are disbursed automatically to MTN/Airtel Mobile Money.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Escrow &amp; Legal Verification: KCCA title deeds and assets are fully vetted by licensed valuers, secured in legal escrow accounts for co-owners.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0" y="1371600"/>
            <a:ext cx="2926080" cy="2926080"/>
          </a:xfrm>
          <a:prstGeom prst="roundRect">
            <a:avLst>
              <a:gd name="adj" fmla="val 3125"/>
            </a:avLst>
          </a:prstGeom>
          <a:solidFill>
            <a:srgbClr val="E6F4EA"/>
          </a:solidFill>
          <a:ln w="19050">
            <a:solidFill>
              <a:srgbClr val="B3E0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0" y="1645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UGX 50K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852160" y="23774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33E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investment ticket, democratizing access to institutional real estate and agriculture yields.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Frictionless and Compliant Onboarding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Registration &amp; 3-Step Identity Verification</a:t>
            </a:r>
            <a:endParaRPr lang="en-US" sz="1300" dirty="0"/>
          </a:p>
        </p:txBody>
      </p:sp>
      <p:pic>
        <p:nvPicPr>
          <p:cNvPr id="6" name="Image 0" descr="c:\Users\HP\Downloads\Firebase\OwnItapp\screenshots\01_wel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55448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70916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Welcome Slide</a:t>
            </a:r>
            <a:endParaRPr lang="en-US" sz="900" dirty="0"/>
          </a:p>
        </p:txBody>
      </p:sp>
      <p:pic>
        <p:nvPicPr>
          <p:cNvPr id="8" name="Image 1" descr="c:\Users\HP\Downloads\Firebase\OwnItapp\screenshots\03_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155448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286000" y="470916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Simple Login</a:t>
            </a:r>
            <a:endParaRPr lang="en-US" sz="900" dirty="0"/>
          </a:p>
        </p:txBody>
      </p:sp>
      <p:pic>
        <p:nvPicPr>
          <p:cNvPr id="10" name="Image 2" descr="c:\Users\HP\Downloads\Firebase\OwnItapp\screenshots\06_kyc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371600"/>
            <a:ext cx="1554480" cy="32918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023360" y="470916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KYC Step 1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5760720" y="1371600"/>
            <a:ext cx="28346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Brand Identity: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interface that is mobile-responsive and high contrast green theme.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KYC Compliance: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digital KYC including Date of Birth, ID type/number, ID file upload, and consent selfie verification.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Flexibilty: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to "Skip for Now" lets users explore the market before uploading files.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 and Filter Diversified Real Assets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Diverse Asset Classes &amp; Direct Discovery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Tab: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 vetted selection of real-world assets. Funding progress bar showing co-ownership status in real-time.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Asset Diversity: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Properties, agricultural commodities, export trade finance, infrastructure toll-kiosks, solar mini-grids, and mineral sales.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Filtering: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filtering options (All, Apartment, Land, Commercial) for custom portfolios.</a:t>
            </a:r>
            <a:endParaRPr lang="en-US" sz="1100" dirty="0"/>
          </a:p>
        </p:txBody>
      </p:sp>
      <p:pic>
        <p:nvPicPr>
          <p:cNvPr id="7" name="Image 0" descr="c:\Users\HP\Downloads\Firebase\OwnItapp\screenshots\07_investor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914400"/>
            <a:ext cx="1828800" cy="3840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Discover Screen</a:t>
            </a:r>
            <a:endParaRPr lang="en-US" sz="900" dirty="0"/>
          </a:p>
        </p:txBody>
      </p:sp>
      <p:pic>
        <p:nvPicPr>
          <p:cNvPr id="9" name="Image 1" descr="c:\Users\HP\Downloads\Firebase\OwnItapp\screenshots\08_property_detai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914400"/>
            <a:ext cx="1828800" cy="3840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76656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Vetted Asset Details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Seamless Co-Ownership Flow in 4 Steps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pic>
        <p:nvPicPr>
          <p:cNvPr id="5" name="Image 0" descr="c:\Users\HP\Downloads\Firebase\OwnItapp\screenshots\09_investment_step1_a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55448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526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Choose Amount</a:t>
            </a:r>
            <a:endParaRPr lang="en-US" sz="900" dirty="0"/>
          </a:p>
        </p:txBody>
      </p:sp>
      <p:pic>
        <p:nvPicPr>
          <p:cNvPr id="7" name="Image 1" descr="c:\Users\HP\Downloads\Firebase\OwnItapp\screenshots\10_investment_step2_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155448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286000" y="4526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Review Return</a:t>
            </a:r>
            <a:endParaRPr lang="en-US" sz="900" dirty="0"/>
          </a:p>
        </p:txBody>
      </p:sp>
      <p:pic>
        <p:nvPicPr>
          <p:cNvPr id="9" name="Image 2" descr="c:\Users\HP\Downloads\Firebase\OwnItapp\screenshots\11_investment_step3_pay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188720"/>
            <a:ext cx="1554480" cy="3291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023360" y="4526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Select Payment</a:t>
            </a:r>
            <a:endParaRPr lang="en-US" sz="900" dirty="0"/>
          </a:p>
        </p:txBody>
      </p:sp>
      <p:pic>
        <p:nvPicPr>
          <p:cNvPr id="11" name="Image 3" descr="c:\Users\HP\Downloads\Firebase\OwnItapp\screenshots\13_investment_succes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188720"/>
            <a:ext cx="1554480" cy="32918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760720" y="45262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Co-owner Confirmed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7406640" y="1371600"/>
            <a:ext cx="1463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Yield Slider: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amount and view real-time monthly return and ownership projection.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 Money Integration: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MTN Mobile Money and Airtel Money for instant local payments.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Portfolio Growth and Passive Yields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Portfolio Ledger &amp; Digital Wallet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Portfolio Tab: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your exact co-owned share across multiple properties and commodities, showing combined passive income and average yield.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Smart Wallet: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or withdraw funds securely. Supports scheduled monthly disbursements directly to your active Mobile Money number.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Transaction Ledger: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transparent ledger logs all investments, deposits, withdrawals, and payouts.</a:t>
            </a:r>
            <a:endParaRPr lang="en-US" sz="1100" dirty="0"/>
          </a:p>
        </p:txBody>
      </p:sp>
      <p:pic>
        <p:nvPicPr>
          <p:cNvPr id="7" name="Image 0" descr="c:\Users\HP\Downloads\Firebase\OwnItapp\screenshots\15_portfolio_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914400"/>
            <a:ext cx="1828800" cy="3840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Co-ownership Portfolio</a:t>
            </a:r>
            <a:endParaRPr lang="en-US" sz="900" dirty="0"/>
          </a:p>
        </p:txBody>
      </p:sp>
      <p:pic>
        <p:nvPicPr>
          <p:cNvPr id="9" name="Image 1" descr="c:\Users\HP\Downloads\Firebase\OwnItapp\screenshots\16_wallet_t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914400"/>
            <a:ext cx="1828800" cy="3840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76656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Local Wallet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Lister Dashboard: Manage Assets &amp; Payouts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F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Specialized Interface for Asset Listers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Lister Portal Overview: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listers get a custom dashboard showing total asset value listed, funded status, co-investor count, and pending payouts.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Co-owners Management: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details of all fractional co-owners holding equity in your projects.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Scheduled Disbursements: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and trigger payouts directly to co-owners in a single step.</a:t>
            </a:r>
            <a:endParaRPr lang="en-US" sz="1100" dirty="0"/>
          </a:p>
        </p:txBody>
      </p:sp>
      <p:pic>
        <p:nvPicPr>
          <p:cNvPr id="7" name="Image 0" descr="c:\Users\HP\Downloads\Firebase\OwnItapp\screenshots\21_lister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914400"/>
            <a:ext cx="1828800" cy="3840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75488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Lister Home Dashboard</a:t>
            </a:r>
            <a:endParaRPr lang="en-US" sz="900" dirty="0"/>
          </a:p>
        </p:txBody>
      </p:sp>
      <p:pic>
        <p:nvPicPr>
          <p:cNvPr id="9" name="Image 1" descr="c:\Users\HP\Downloads\Firebase\OwnItapp\screenshots\25_lister_payo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914400"/>
            <a:ext cx="1828800" cy="3840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766560" y="4800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Co-owner Payouts Portal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Attractive Real-world Asset Class Yields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B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OwnIt Uganda Pitch Deck · www.ownit.ug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E6F4EA"/>
          </a:solidFill>
          <a:ln w="12700">
            <a:solidFill>
              <a:srgbClr val="B3E0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7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2011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- 20%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Yield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commercial and residential apartments (Muyenga, Ntinda, Entebbe Road).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8E1"/>
          </a:solidFill>
          <a:ln w="12700">
            <a:solidFill>
              <a:srgbClr val="FFE0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7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Trade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011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 - 32%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Turnaround Yield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export cycles (Lira sesame, Bugisu Arabica coffee, Guangzhou trade imports).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37160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EBF3FE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&amp; Minerals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2194560"/>
            <a:ext cx="2011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 - 36%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Yield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F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utility assets (solar grids, toll roads) &amp; bulk refined mineral sales (Busia lithium, gold).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7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C17F00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F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Crowd Funding Revolution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E3F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contact@ownit.ug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E3F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Phone: +256 772 123 456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E3F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www.ownit.ug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E3F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Address: Plot 4, Kampala Road, Kampala, Uganda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1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Co-Own Vetted Assets · Earn Real Profit Share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2026-06-26T12:15:36Z</dcterms:created>
  <dcterms:modified xsi:type="dcterms:W3CDTF">2026-06-26T12:15:36Z</dcterms:modified>
</cp:coreProperties>
</file>